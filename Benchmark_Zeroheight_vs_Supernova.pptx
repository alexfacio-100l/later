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37360"/>
            <a:ext cx="5303520" cy="4572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2011680" cy="82296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ZEROHEIGHT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BBD4"/>
                </a:solidFill>
              </a:rPr>
              <a:t>VS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0" y="2377440"/>
            <a:ext cx="201168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SUPERNOVA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48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Benchmark de Plataformas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para Later: Brand System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4"/>
                </a:solidFill>
              </a:rPr>
              <a:t>Selección de plataforma para Later: Brand System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D4"/>
                </a:solidFill>
              </a:rPr>
              <a:t>Fase 2 de Renovare — Decisión estratégica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2AB"/>
                </a:solidFill>
              </a:rPr>
              <a:t>100 Ladrillos  ·  Later Brand System  ·  Junio 2026  ·  Confidencial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Contexto y Objetivo del Análisis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2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22960"/>
            <a:ext cx="54864" cy="3474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El Problema Real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" y="1298448"/>
            <a:ext cx="2377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4173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No existe un pipeline automatizado de tokens. El proceso hoy: diseñador cambia algo en Figma → exporta tokens manualmente → cada equipo de desarrollo adapta los tokens a mano en su proyecto. Fase 2 es donde se levanta esa infraestructura.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8229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22960"/>
            <a:ext cx="54864" cy="347472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2A"/>
                </a:solidFill>
              </a:rPr>
              <a:t>El Modelo de Tres Capas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10712" y="1298448"/>
            <a:ext cx="2377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4173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Tres capas con dueños distintos: Diseño lleva el Brand Book. Product Design documenta componentes y patrones. Tecnología documenta desde Storybook (código vivo). La plataforma debe unificarlas con el pipeline de tokens como eje.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82296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822960"/>
            <a:ext cx="54864" cy="34747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51FA"/>
                </a:solidFill>
              </a:rPr>
              <a:t>La Decisión de Fondo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36792" y="1298448"/>
            <a:ext cx="23774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4173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¿Levantamos la infraestructura correcta desde ahora (Supernova), o documentamos bonito encima del proceso manual actual (Zeroheight)? Este benchmark responde esa pregunta para cada equipo.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389120"/>
            <a:ext cx="8503920" cy="384048"/>
          </a:xfrm>
          <a:prstGeom prst="rect">
            <a:avLst/>
          </a:prstGeom>
          <a:solidFill>
            <a:srgbClr val="FFF3DC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600A"/>
                </a:solidFill>
              </a:rPr>
              <a:t>ℹ️  Hoy el proceso de tokens es 100% manual. Ambas plataformas tienen Token Automation a GitHub — la diferencia clave: SN transforma nativamente a CSS/Swift/Kotlin; ZH requiere un pipeline adicional. SN además tiene AI Prototyping (Portal/Create) y MCP desde Pro.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Resumen Ejecutivo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3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2651760" cy="3383280"/>
          </a:xfrm>
          <a:prstGeom prst="rect">
            <a:avLst/>
          </a:prstGeom>
          <a:solidFill>
            <a:srgbClr val="EEEFFE"/>
          </a:solidFill>
          <a:ln w="12700">
            <a:solidFill>
              <a:srgbClr val="4C51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2651760" cy="41148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ZEROHEIGHT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C51FA"/>
                </a:solidFill>
              </a:rPr>
              <a:t>Documentación + Token Delivery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2377440" cy="2286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Token Automation en Starter+: auto-PR en GitHub. Measurement module para rastrear adopción en código. Pero sin transformación nativa de formatos (CSS/Swift) — requiere pipeline adicional. MCP solo en Enterprise.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651760" cy="33832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22960"/>
            <a:ext cx="26517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822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SUPERNOVA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</a:rPr>
              <a:t>Pipeline completo + AI Prototyping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1874520"/>
            <a:ext cx="2377440" cy="228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Figma Variables → CSS/Swift/Kotlin/Dart → auto-PR, sin pipeline adicional. Portal/Create: AI Prototyping con tus tokens reales. MCP Relay en Pro (100K/mes). Adoption Dashboard mayo 2026.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651760" cy="3383280"/>
          </a:xfrm>
          <a:prstGeom prst="rect">
            <a:avLst/>
          </a:prstGeom>
          <a:solidFill>
            <a:srgbClr val="FFF3DC"/>
          </a:solidFill>
          <a:ln w="12700">
            <a:solidFill>
              <a:srgbClr val="D489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651760" cy="41148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822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RECOMENDACIÓN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1298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4892A"/>
                </a:solidFill>
              </a:rPr>
              <a:t>Completitud del pipeline y 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874520"/>
            <a:ext cx="2377440" cy="2286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96596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</a:rPr>
              <a:t>Ambos tienen Token Delivery a GitHub. SN gana en: transformación nativa de formatos, AI Prototyping (único), MCP desde Pro, y precio más bajo ($35 vs $49). Supernova es la elección para Fase 2.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4297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4340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DECISIÓN REQUERIDA: Ambas plataformas tienen Token Delivery a GitHub. ¿Elegimos el pipeline completo con AI Prototyping y MCP desde Pro (Supernova), o el pipeline con setup adicional en repo pero UX superior de docs (Zeroheight)?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Perfiles de Plataforma: Vista General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4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4206240" cy="5029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ZEROHEIGHT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38988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898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Fundación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55648" y="13898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2017 · Londres, UK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164134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413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Enfoque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55648" y="16413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Doc + Delivery + Measurement + Management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89280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928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Modelo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55648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SaaS Cloud — No self-hosted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14426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442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Precio Starter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55648" y="21442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$49 / editor / mes (anual)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9572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957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Enterprise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55648" y="2395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Precio personalizado · SSO + MCP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64718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471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Figma sync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55648" y="26471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Nativa: frames, estilos, Token Automation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89864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986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Token Delivery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55648" y="28986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Auto-PR a GitHub (Starter+) · No transforma CSS/Swift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315010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501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Measurement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55648" y="31501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Adopción componentes en código, analytics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40156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015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Storybook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55648" y="34015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Embed de stories (display)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365302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6530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GitHub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755648" y="36530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Token Auto-PR + sync de Markdown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904488"/>
            <a:ext cx="4206240" cy="246888"/>
          </a:xfrm>
          <a:prstGeom prst="rect">
            <a:avLst/>
          </a:prstGeom>
          <a:solidFill>
            <a:srgbClr val="EEEFFE"/>
          </a:solidFill>
          <a:ln w="12700">
            <a:solidFill>
              <a:srgbClr val="EEEF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044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Multi-brand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55648" y="39044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Via Workspaces (add-on pago)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415594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1559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IA / MCP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755648" y="41559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AI Assistant (todos) · MCP solo Enterprise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77724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777240"/>
            <a:ext cx="42062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777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SUPERNOVA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709160" y="138988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3898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Fundación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13898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2019 · San Francisco, CA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9160" y="164134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16413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Enfoque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236208" y="16413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DS Platform + Portal (AI Prototyping)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9160" y="189280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18928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Modelo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236208" y="18928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SaaS Cloud — No self-hosted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214426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21442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Pro Builder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36208" y="21442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$20 / builder / mes (anual)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709160" y="239572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3957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Pro Full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236208" y="23957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$35 / full seat / mes (anual) + MCP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09160" y="264718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26471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Enterprise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236208" y="26471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Precio personalizado · MCP scoping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09160" y="289864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28986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Figma sync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36208" y="28986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Variables + Extended Collections + Modes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09160" y="315010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46320" y="315010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Token pipeline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36208" y="31501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Figma → CSS/Swift/Kotlin/Dart → auto-PR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09160" y="340156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34015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Storybook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236208" y="34015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Sync bidireccional + hosting (may 2025)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09160" y="365302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46320" y="36530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Git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6236208" y="36530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GitHub/GitLab/Bitbucket/Azure DevOps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709160" y="3904488"/>
            <a:ext cx="4206240" cy="246888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46320" y="390448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Multi-brand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236208" y="39044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Brands + Modes + Extended Collections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709160" y="4155948"/>
            <a:ext cx="4206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46320" y="415594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IA + MCP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236208" y="41559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Copilot + Portal/Create + Relay MCP (Pro+)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por Equipo (1/2): Marketing &amp; Diseño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5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804672"/>
            <a:ext cx="54864" cy="397764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2A"/>
                </a:solidFill>
              </a:rPr>
              <a:t>🏷  MARKETING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3840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¿Pueden no-técnicos actualizar el brand book sin ayuda de Tech?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Sí — editor visual intuitivo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212848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⚠️ Parcialmente — requiere soporte inicial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84048" y="158191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85416" y="158191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¿Se maneja multi-brand (100L + sub-marcas)?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313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⚠️ Sí, via Workspaces (add-on pago)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2212848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Sí, nativo y sin costo extra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84048" y="231343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85416" y="231343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¿Acceso limitado para agencias externas?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044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Viewers ilimitados en todos los planes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212848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Viewers configurables por workspace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84048" y="304495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85416" y="304495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¿Exportación directa de assets para campañas?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776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Links directos a assets Figma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212848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+ exportación de tokens en múltiples formatos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84048" y="377647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85416" y="377647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804672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804672"/>
            <a:ext cx="54864" cy="397764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51FA"/>
                </a:solidFill>
              </a:rPr>
              <a:t>🎨  DISEÑO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1234440"/>
            <a:ext cx="3840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¿Pueden publicar assets de marca (ilustraciones, imágenes) sin ayuda técnica?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83480" y="15819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Editor no-code, embeds de Figma. Setup en horas.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693408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⚠️ Funcional pero más orientado a product/tech. Curva inicial mayor.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4956048" y="158191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5976" y="158191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¿Puede Marketing consumir el Brand Book directamente?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983480" y="2313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Viewers ilimitados. URL pública sin cuenta.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693408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Idem. Viewers sin costo adicional.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956048" y="231343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65976" y="231343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¿Soporta guías completas de identidad visual?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983480" y="3044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Caso de uso principal. UX excelente para redactar guías narrativas.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6693408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Soportado, aunque la fortaleza de SN es tokens/código.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956048" y="304495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65976" y="304495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¿Acceso para agencias externas como viewers?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83480" y="3776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URL pública o con contraseña, sin cuenta requerida.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693408" y="3776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A2E"/>
                </a:solidFill>
              </a:rPr>
              <a:t>✅ Idem. Viewer experience limpia.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956048" y="3776472"/>
            <a:ext cx="64008" cy="24688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65976" y="3776472"/>
            <a:ext cx="64008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" y="4736592"/>
            <a:ext cx="164592" cy="9144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" y="471830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C51FA"/>
                </a:solidFill>
              </a:rPr>
              <a:t>Zeroheight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554480" y="4736592"/>
            <a:ext cx="164592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55648" y="471830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Supernova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por Equipo (2/2): Producto, Diseño de Producto &amp; Tecnología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6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272491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77240"/>
            <a:ext cx="54864" cy="40050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92A"/>
                </a:solidFill>
              </a:rPr>
              <a:t>📦  PRODUCTO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" y="1188720"/>
            <a:ext cx="24688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¿Consultar DS sin ayuda técnica?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8328" y="1545336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8328" y="1755648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¿Adopción y analytics de componentes?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38328" y="2340864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340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Styleguide analytics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" y="2551176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En Enterprise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¿Integración con Notion / Jira?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8328" y="3136392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136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Embed links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" y="3346704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Embed links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328" y="3648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¿Vista de changelog de tokens?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8328" y="3931920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Manual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38328" y="4142232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142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Automático vía Git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54680" y="777240"/>
            <a:ext cx="272491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777240"/>
            <a:ext cx="54864" cy="4005072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51FA"/>
                </a:solidFill>
              </a:rPr>
              <a:t>🖥  DISEÑO DE PRODUCTO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0128" y="1188720"/>
            <a:ext cx="24688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¿Sync automático de Figma Variables?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10128" y="1545336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2424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Display only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0128" y="1755648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92424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Pipeline nativo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310128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¿Storybook integrado?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310128" y="2340864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92424" y="2340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Embed (solo display)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310128" y="2551176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92424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Sync bidireccional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10128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¿Documenta componentes con tokens vivos?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310128" y="3136392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92424" y="3136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Sí, no-code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310128" y="3346704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92424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Token binding nativo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310128" y="3648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¿Soporte multi-brand sin duplicar?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310128" y="3931920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92424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Workspaces add-on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310128" y="4142232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92424" y="4142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Brands + Modes nativo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26480" y="777240"/>
            <a:ext cx="2724912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26480" y="777240"/>
            <a:ext cx="54864" cy="40050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81928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⚙️  TECNOLOGÍA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81928" y="1188720"/>
            <a:ext cx="24688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1928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¿Auto-PR en GitHub al cambiar tokens?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81928" y="1545336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1545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 (Starter+)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281928" y="1755648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64224" y="1755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 + formatos nativos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81928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¿Export CSS / Swift / Kotlin nativo?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281928" y="2340864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64224" y="2340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Req. pipeline en repo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281928" y="2551176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64224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Todos los formatos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281928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¿MCP para AI coding agents?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281928" y="3136392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64224" y="3136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⚠️ Solo Enterprise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281928" y="3346704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64224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Relay Pro+ (100K/mes)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281928" y="3648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¿SSO / SAML en Enterprise?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281928" y="3931920"/>
            <a:ext cx="54864" cy="20116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64224" y="3931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281928" y="4142232"/>
            <a:ext cx="54864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64224" y="4142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✅ Sí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Matriz Comparativa (Score 1–5)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7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49808"/>
            <a:ext cx="86868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Criterio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7498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ZEROHEIGHT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20840" y="749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SUPERNOVA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060704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6070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Facilidad de uso / Onboarding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152144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152144"/>
            <a:ext cx="1280160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607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5/5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20840" y="1152144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152144"/>
            <a:ext cx="768096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06070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3/5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394460"/>
            <a:ext cx="86868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3944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Integración Figma + Variables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485900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85900"/>
            <a:ext cx="1024128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3944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4/5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20840" y="1485900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485900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3944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1728216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172821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Gestión de Design Tokens (pipeline)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819656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819656"/>
            <a:ext cx="768096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1728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3/5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20840" y="1819656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1819656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17282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2061972"/>
            <a:ext cx="86868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0619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Automatización CI/CD → GitHub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153412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153412"/>
            <a:ext cx="768096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0619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3/5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20840" y="2153412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2153412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20619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2395728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39572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Calidad de documentación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487168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2487168"/>
            <a:ext cx="1280160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5/5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20840" y="2487168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20840" y="2487168"/>
            <a:ext cx="1024128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2395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4/5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2729484"/>
            <a:ext cx="86868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7294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Soporte multi-brand nativo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2820924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2820924"/>
            <a:ext cx="768096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27294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3/5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20840" y="2820924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20840" y="2820924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0" y="27294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" y="3063240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30632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Integración Storybook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54880" y="3154680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3154680"/>
            <a:ext cx="1024128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8076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4/5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20840" y="3154680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20840" y="3154680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4672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3396996"/>
            <a:ext cx="86868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33969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Costo base (mejor = más barato)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54880" y="3488436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4880" y="3488436"/>
            <a:ext cx="768096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33969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3/5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720840" y="3488436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720840" y="3488436"/>
            <a:ext cx="1024128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46720" y="33969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4/5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228600" y="3730752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37307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Escalabilidad / AI / MCP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754880" y="3822192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54880" y="3822192"/>
            <a:ext cx="1024128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80760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4/5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720840" y="3822192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20840" y="3822192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46720" y="3730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28600" y="4064508"/>
            <a:ext cx="868680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0645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API / MCP / extensibilidad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754880" y="4155948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0" y="4155948"/>
            <a:ext cx="768096" cy="128016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80760" y="40645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3/5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720840" y="4155948"/>
            <a:ext cx="1280160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720840" y="4155948"/>
            <a:ext cx="128016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46720" y="40645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5/5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28600" y="4398264"/>
            <a:ext cx="86868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3982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754880" y="4398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C9FD"/>
                </a:solidFill>
              </a:rPr>
              <a:t>37 / 50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6720840" y="43982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46 / 50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Análisis de Costos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8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160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4160520" cy="41148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ZEROHEIGHT – Precios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234440"/>
            <a:ext cx="4160520" cy="502920"/>
          </a:xfrm>
          <a:prstGeom prst="rect">
            <a:avLst/>
          </a:prstGeom>
          <a:solidFill>
            <a:srgbClr val="EEEF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71016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Free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 editor · Unlimited viewers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2316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75564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9222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Starter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002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Token Automation + Measurement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42316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$49 / editor / mes (anual)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276856"/>
            <a:ext cx="4160520" cy="502920"/>
          </a:xfrm>
          <a:prstGeom prst="rect">
            <a:avLst/>
          </a:prstGeom>
          <a:solidFill>
            <a:srgbClr val="EEEF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1343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Starter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Custom branding · Priority support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423160" y="2368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$59 / editor / mes (mensual)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98064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34640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Enterprise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044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SSO, IP whitelist, MCP, SLA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23160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Precio personalizado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777240"/>
            <a:ext cx="4160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777240"/>
            <a:ext cx="41605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7772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SUPERNOVA – Precios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1234440"/>
            <a:ext cx="41605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27101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Free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8032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Individuos y equipos pequeños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9037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$0 / mes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175564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79222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Pro Builder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28032" y="2002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Hasta 25 seats · AI credits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903720" y="1847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$20 / builder / mes (anual)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276856"/>
            <a:ext cx="416052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31343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Pro Full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28032" y="25237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Acceso completo + automations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03720" y="23682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$35 / full seat / mes (anual)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2798064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834640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Enterprise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28032" y="30449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SSO, Gov., soporte dedicado, SLA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903720" y="2889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Precio personalizado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3611880"/>
            <a:ext cx="8641080" cy="987552"/>
          </a:xfrm>
          <a:prstGeom prst="rect">
            <a:avLst/>
          </a:prstGeom>
          <a:solidFill>
            <a:srgbClr val="FFF3DC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648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600A"/>
                </a:solidFill>
              </a:rPr>
              <a:t>Escenario equipo 100 Ladrillos (estimado: 5 editores / designers)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" y="3931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51FA"/>
                </a:solidFill>
              </a:rPr>
              <a:t>Zeroheight Starter:  5 × $49 = $245 / mes  ·  $2,940 / año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26280" y="393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Supernova Pro Full:  5 × $35 = $175 / mes  ·  $2,100 / año  (ahorro ~28%)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1480" y="4224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* Precios en USD, sujetos a cambio. Enterprise requiere cotización directa.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Fortalezas &amp; Limitaciones por Plataforma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9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77240"/>
            <a:ext cx="4160520" cy="384048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ZEROHEIGHT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 Fortalezas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Setup en horas — el equipo puede publicar el día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Editor visual no-code accesible para cualquier rol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Documentación de componentes con UX excepcional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Token Automation (Starter+): auto-PR en GitHub al cambiar tokens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Measurement module: adopción de componentes en código de producción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Analytics de docs, search analytics, feedback inline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Viewers ilimitados — toda la empresa puede consultarlo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3840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⚠️  Limitaciones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8404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Token Automation no transforma formatos — requiere pipeline adicional en repo (no CSS/Swift/Kotlin nativos)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105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Multi-brand solo con Workspaces (add-on pago adicional)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4370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Sin AI Prototyping — no hay equivalente al Portal/Create de Supernova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4636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MCP solo en Enterprise (SN lo ofrece desde Pro)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9011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API limitada — sin webhooks robustos vs REST API completa de SN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777240"/>
            <a:ext cx="41605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777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SUPERNOVA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✅  Fortalezas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Pipeline completo: Figma Variables → CSS/Swift/Kotlin/Dart → GitHub PR (sin pipeline adicional)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Portal/Create: AI Prototyping con tus bibliotecas y tokens reales (nov 2025)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Design System Adoption Dashboard (mayo 2026)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204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Supernova Relay MCP: Pro+ con 100K calls/mes para AI coding agents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9204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Multi-brand nativo: Brands + Modes + Extended Collections (mar 2026)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2040" y="2852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Storybook sync bidireccional + hosting con playground interactivo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• Azure DevOps + GitHub + GitLab + Bitbucket — todos soportados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493008"/>
            <a:ext cx="3840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⚠️  Limitaciones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8404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Curva de aprendizaje alta — setup técnico real: 3-5 días de Tecnología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92040" y="4105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UX de documentación menos pulida que Zeroheight para no-técnicos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92040" y="4370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Plataforma más joven — Portal/Create aún en madurez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2040" y="4636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Algunos workflows requieren conocimiento técnico en configuración inicial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49011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• Documentación de comunidad y casos de uso en crecimiento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Escalabilidad &amp; Mantenimiento a Largo Plazo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10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95528"/>
            <a:ext cx="86685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795528"/>
            <a:ext cx="502920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795528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59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Actualización de tokens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1143000"/>
            <a:ext cx="73152" cy="5029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1338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Manual: diseñador actualiza en Figma → actualiza docs en ZH por separado. Dos pasos independientes sin automatización.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15968" y="1143000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11338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Automático: diseñador actualiza Variable en Figma → Supernova detecta el cambio → abre PR en GitHub con el token actualizado.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79392" y="932688"/>
            <a:ext cx="0" cy="7132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1819656"/>
            <a:ext cx="86685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1819656"/>
            <a:ext cx="502920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819656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1883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Multi-brand / Temas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2167128"/>
            <a:ext cx="73152" cy="5029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1579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Requiere un Workspace separado por marca (add-on). Duplicación de esfuerzo al mantener cambios compartidos entre marcas.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15968" y="2167128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25696" y="215798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Un solo proyecto con Brands y Overrides. Los cambios globales se heredan. Las excepciones por marca se manejan localmente sin duplicar.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79392" y="1956816"/>
            <a:ext cx="0" cy="7132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843784"/>
            <a:ext cx="86685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843784"/>
            <a:ext cx="502920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843784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2907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Onboarding de nuevos equipos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2960" y="3191256"/>
            <a:ext cx="73152" cy="5029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821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Muy rápido. Cualquier persona puede editar sin conocimiento técnico. Viewers ilimitados. Ideal para escalar en equipos no técnicos.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15968" y="3191256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318211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Requiere sesión de setup técnico inicial. Una vez configurado, los viewers acceden fácilmente. La carga cae en Tecnología al inicio.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79392" y="2980944"/>
            <a:ext cx="0" cy="7132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867912"/>
            <a:ext cx="866851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867912"/>
            <a:ext cx="502920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3867912"/>
            <a:ext cx="502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2960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IA + MCP (AI coding agents)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" y="4215384"/>
            <a:ext cx="73152" cy="50292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" y="42062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AI Assistant para editores (todos los planes). Measurement module: analytics de adopción en producción. MCP solo en Enterprise para AI coding agents.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315968" y="4215384"/>
            <a:ext cx="7315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420624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1A2E"/>
                </a:solidFill>
              </a:rPr>
              <a:t>Portal/Create: AI Prototyping con tus tokens y bibliotecas reales. Ask AI. Adoption Dashboard (mayo 2026). Supernova Relay MCP en Pro+ (100K calls/mes) para Claude Code, Cursor, Copilot.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79392" y="4005072"/>
            <a:ext cx="0" cy="713232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713232"/>
            <a:ext cx="73152" cy="73152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" y="6949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51FA"/>
                </a:solidFill>
              </a:rPr>
              <a:t>ZEROHEIGHT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315968" y="713232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25696" y="69494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</a:rPr>
              <a:t>SUPERNOVA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Recomendación Estratégica para 100 Ladrillos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4"/>
                </a:solidFill>
              </a:rPr>
              <a:t>Slide 11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19472"/>
            <a:ext cx="6400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100 Ladrillos · Later Brand System · Uso interno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0" y="4919472"/>
            <a:ext cx="54864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11 /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795528"/>
            <a:ext cx="866851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955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RECOMENDACIÓN: Migrar a Supernova como plataforma principal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para la Fase 2 de Renovare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82880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28800"/>
            <a:ext cx="54864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Técnico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402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2E"/>
                </a:solidFill>
              </a:rPr>
              <a:t>SN transforma Figma Variables → CSS/Swift/Kotlin/Dart sin pipeline adicional en el repo. ZH entrega el PR pero la transformación requiere Style Dictionary en el repo. Supernova + Portal/Create: AI Prototyping con tokens reales + MCP Relay en Pro.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82880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828800"/>
            <a:ext cx="54864" cy="196596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2A"/>
                </a:solidFill>
              </a:rPr>
              <a:t>Negocio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2194560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2402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2E"/>
                </a:solidFill>
              </a:rPr>
              <a:t>SN Pro Full ($35/seat) es más barato que ZH Starter ($49/editor). Ahorro ~$840/año con 5 seats. Sin contar el mantenimiento del pipeline de transformación en el repo (2-4h/mes de Tecnología) que SN elimina completamente.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828800"/>
            <a:ext cx="54864" cy="1965960"/>
          </a:xfrm>
          <a:prstGeom prst="rect">
            <a:avLst/>
          </a:prstGeom>
          <a:solidFill>
            <a:srgbClr val="4C51FA"/>
          </a:solidFill>
          <a:ln w="12700">
            <a:solidFill>
              <a:srgbClr val="4C51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51FA"/>
                </a:solidFill>
              </a:rPr>
              <a:t>Equipos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194560"/>
            <a:ext cx="237744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24028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2E"/>
                </a:solidFill>
              </a:rPr>
              <a:t>Diseño: Brand Book sincronizado con Figma. Product Design: componentes con tokens vivos, AI Prototyping nativo. Tecnología: pipeline completo sin setup adicional, MCP para coding agents. Tres dueños, una sola fuente de verdad.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886200"/>
            <a:ext cx="8668512" cy="868680"/>
          </a:xfrm>
          <a:prstGeom prst="rect">
            <a:avLst/>
          </a:prstGeom>
          <a:solidFill>
            <a:srgbClr val="FFF3DC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600A"/>
                </a:solidFill>
              </a:rPr>
              <a:t>NOTA DE COEXISTENCIA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06240"/>
            <a:ext cx="8275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2600A"/>
                </a:solidFill>
              </a:rPr>
              <a:t>Zeroheight puede seguir activo durante la transición (Q3 2026) para no interrumpir a Marketing. El migration path sugerido es: (1) Setup Supernova con Later tokens → (2) migrar docs técnicas → (3) deprecar ZH o mantenerlo solo para Brand Book de marketing si el equipo prefiere su UX.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6492240" cy="45720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Próximos Pasos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347472" cy="3474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Aprobación del benchmark por leads de cada área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15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4"/>
                </a:solidFill>
              </a:rPr>
              <a:t>Q3 2026 – Semana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347472" cy="3474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Demo técnica de Supernova con el equipo de Tecnología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8013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4"/>
                </a:solidFill>
              </a:rPr>
              <a:t>Q3 2026 – Semana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347472" cy="3474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4871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Trial de 30 días: conectar Later v2.0 a Supernova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487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4"/>
                </a:solidFill>
              </a:rPr>
              <a:t>Q3 2026 – Semana 3-6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54680"/>
            <a:ext cx="347472" cy="3474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172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Evaluar experiencia: Diseño, Producto y Marketing validan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31729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4"/>
                </a:solidFill>
              </a:rPr>
              <a:t>Q3 2026 – Semana 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840480"/>
            <a:ext cx="347472" cy="34747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858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Decisión final: Go/No-Go y plan de migración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8587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D4"/>
                </a:solidFill>
              </a:rPr>
              <a:t>Q3 2026 – Semana 8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5120" y="914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Requerida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1600200"/>
            <a:ext cx="1828800" cy="27432"/>
          </a:xfrm>
          <a:prstGeom prst="rect">
            <a:avLst/>
          </a:prstGeom>
          <a:solidFill>
            <a:srgbClr val="D4892A"/>
          </a:solidFill>
          <a:ln w="12700">
            <a:solidFill>
              <a:srgbClr val="D489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¿Aprobamos la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exploración de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Supernova?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¿Quién lidera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el piloto técnico?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703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¿Coexistencia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o reemplazo</a:t>
            </a:r>
            <a:endParaRPr lang="en-US" sz="9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ABBD4"/>
                </a:solidFill>
              </a:rPr>
              <a:t>directo?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AB"/>
                </a:solidFill>
              </a:rPr>
              <a:t>100 Ladrillos · Later Brand System · Junio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Benchmark: Zeroheight vs Supernova</dc:title>
  <dc:subject>PptxGenJS Presentation</dc:subject>
  <dc:creator>Alex Facio – 100 Ladrillos</dc:creator>
  <cp:lastModifiedBy>Alex Facio – 100 Ladrillos</cp:lastModifiedBy>
  <cp:revision>1</cp:revision>
  <dcterms:created xsi:type="dcterms:W3CDTF">2026-06-17T15:30:55Z</dcterms:created>
  <dcterms:modified xsi:type="dcterms:W3CDTF">2026-06-17T15:30:55Z</dcterms:modified>
</cp:coreProperties>
</file>